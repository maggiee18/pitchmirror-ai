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MAU (thousands)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15</c:v>
                </c:pt>
                <c:pt idx="2">
                  <c:v>19</c:v>
                </c:pt>
                <c:pt idx="3">
                  <c:v>26</c:v>
                </c:pt>
                <c:pt idx="4">
                  <c:v>31</c:v>
                </c:pt>
                <c:pt idx="5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April jump: referral program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Active Users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828800"/>
            <a:ext cx="3474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increased 42% after introducing feature 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Teams waste 6 hours a week preparing presentations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